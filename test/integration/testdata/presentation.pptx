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2"
    Type="http://schemas.openxmlformats.org/officeDocument/2006/relationships/slideMaster"
    Target="slideMasters/slideMaster1.xml"/>
  <Relationship Id="rId3"
    Type="http://schemas.openxmlformats.org/officeDocument/2006/relationships/slide"
    Target="slides/slide1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Test Presentation</a:t>
            </a:r>
          </a:p>
        </p:txBody>
      </p:sp>
    </p:spTree>
  </p:cSld>
</p:sld>
</file>